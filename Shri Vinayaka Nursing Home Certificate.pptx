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embeddedFontLst>
    <p:embeddedFont>
      <p:font typeface="Play" panose="020B0604020202020204" charset="0"/>
      <p:regular r:id="rId5"/>
      <p:bold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jCHQQMuYHV5wLLPtB/nKbNbN7R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101213" y="207374"/>
            <a:ext cx="9807677" cy="1012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4800"/>
              <a:buFont typeface="Play"/>
              <a:buNone/>
            </a:pPr>
            <a:r>
              <a:rPr lang="en-IN" sz="4800" b="1">
                <a:solidFill>
                  <a:srgbClr val="00002E"/>
                </a:solidFill>
              </a:rPr>
              <a:t>Shri Vinayaka Nursing Home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3998" y="112092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400"/>
              <a:buNone/>
            </a:pPr>
            <a:r>
              <a:rPr lang="en-IN">
                <a:solidFill>
                  <a:srgbClr val="00002E"/>
                </a:solidFill>
              </a:rPr>
              <a:t>AM/65, Sukhliya, Near Jain Mandir, Indore (M.P.)</a:t>
            </a:r>
            <a:endParaRPr/>
          </a:p>
        </p:txBody>
      </p:sp>
      <p:cxnSp>
        <p:nvCxnSpPr>
          <p:cNvPr id="90" name="Google Shape;90;p1"/>
          <p:cNvCxnSpPr/>
          <p:nvPr/>
        </p:nvCxnSpPr>
        <p:spPr>
          <a:xfrm>
            <a:off x="983225" y="1599833"/>
            <a:ext cx="3451123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" name="Google Shape;91;p1"/>
          <p:cNvCxnSpPr/>
          <p:nvPr/>
        </p:nvCxnSpPr>
        <p:spPr>
          <a:xfrm>
            <a:off x="7457767" y="1599833"/>
            <a:ext cx="3451123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1"/>
          <p:cNvSpPr txBox="1"/>
          <p:nvPr/>
        </p:nvSpPr>
        <p:spPr>
          <a:xfrm>
            <a:off x="4434348" y="1415167"/>
            <a:ext cx="29991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>
                <a:solidFill>
                  <a:srgbClr val="00002E"/>
                </a:solidFill>
                <a:latin typeface="Arial"/>
                <a:ea typeface="Arial"/>
                <a:cs typeface="Arial"/>
                <a:sym typeface="Arial"/>
              </a:rPr>
              <a:t>Phone : 4032081, 4032088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50489" y="1784499"/>
            <a:ext cx="2777613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none" strike="noStrike" cap="none">
                <a:solidFill>
                  <a:srgbClr val="00002E"/>
                </a:solidFill>
                <a:latin typeface="Arial"/>
                <a:ea typeface="Arial"/>
                <a:cs typeface="Arial"/>
                <a:sym typeface="Arial"/>
              </a:rPr>
              <a:t>Dr. Amit Singhal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>
                <a:solidFill>
                  <a:srgbClr val="00002E"/>
                </a:solidFill>
                <a:latin typeface="Arial"/>
                <a:ea typeface="Arial"/>
                <a:cs typeface="Arial"/>
                <a:sym typeface="Arial"/>
              </a:rPr>
              <a:t>          M.D. (Physician)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>
                <a:solidFill>
                  <a:srgbClr val="00002E"/>
                </a:solidFill>
                <a:latin typeface="Arial"/>
                <a:ea typeface="Arial"/>
                <a:cs typeface="Arial"/>
                <a:sym typeface="Arial"/>
              </a:rPr>
              <a:t>Reg. No. : MP 9032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8701547" y="1795058"/>
            <a:ext cx="27776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none" strike="noStrike" cap="none">
                <a:solidFill>
                  <a:srgbClr val="00002E"/>
                </a:solidFill>
                <a:latin typeface="Arial"/>
                <a:ea typeface="Arial"/>
                <a:cs typeface="Arial"/>
                <a:sym typeface="Arial"/>
              </a:rPr>
              <a:t>Dr. V.P. Singhal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>
                <a:solidFill>
                  <a:srgbClr val="00002E"/>
                </a:solidFill>
                <a:latin typeface="Arial"/>
                <a:ea typeface="Arial"/>
                <a:cs typeface="Arial"/>
                <a:sym typeface="Arial"/>
              </a:rPr>
              <a:t>               M.S. (E.N.T.)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561007" y="2462507"/>
            <a:ext cx="40759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>
                <a:solidFill>
                  <a:srgbClr val="00002E"/>
                </a:solidFill>
                <a:latin typeface="Arial"/>
                <a:ea typeface="Arial"/>
                <a:cs typeface="Arial"/>
                <a:sym typeface="Arial"/>
              </a:rPr>
              <a:t>Ear, Nose and Throat Specialist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p1"/>
          <p:cNvCxnSpPr/>
          <p:nvPr/>
        </p:nvCxnSpPr>
        <p:spPr>
          <a:xfrm>
            <a:off x="324464" y="2961354"/>
            <a:ext cx="11543071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7" name="Google Shape;97;p1" descr="200+] Medical Symbol Png Images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2934" y="1802546"/>
            <a:ext cx="1106129" cy="111106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"/>
          <p:cNvSpPr txBox="1"/>
          <p:nvPr/>
        </p:nvSpPr>
        <p:spPr>
          <a:xfrm>
            <a:off x="555062" y="3108838"/>
            <a:ext cx="29845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 dirty="0">
                <a:solidFill>
                  <a:srgbClr val="00002E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lang="en-IN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Jobin Cyriac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555062" y="3429000"/>
            <a:ext cx="29845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>
                <a:solidFill>
                  <a:srgbClr val="00002E"/>
                </a:solidFill>
                <a:latin typeface="Arial"/>
                <a:ea typeface="Arial"/>
                <a:cs typeface="Arial"/>
                <a:sym typeface="Arial"/>
              </a:rPr>
              <a:t>Gender: </a:t>
            </a:r>
            <a:r>
              <a:rPr lang="en-I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555061" y="3764222"/>
            <a:ext cx="29845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 dirty="0">
                <a:solidFill>
                  <a:srgbClr val="00002E"/>
                </a:solidFill>
                <a:latin typeface="Arial"/>
                <a:ea typeface="Arial"/>
                <a:cs typeface="Arial"/>
                <a:sym typeface="Arial"/>
              </a:rPr>
              <a:t>Age: </a:t>
            </a:r>
            <a:r>
              <a:rPr lang="en-IN" sz="1800" dirty="0">
                <a:solidFill>
                  <a:schemeClr val="dk1"/>
                </a:solidFill>
              </a:rPr>
              <a:t>29</a:t>
            </a:r>
            <a:r>
              <a:rPr lang="en-IN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year(s)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555060" y="4096371"/>
            <a:ext cx="29845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 dirty="0">
                <a:solidFill>
                  <a:srgbClr val="00002E"/>
                </a:solidFill>
                <a:latin typeface="Arial"/>
                <a:ea typeface="Arial"/>
                <a:cs typeface="Arial"/>
                <a:sym typeface="Arial"/>
              </a:rPr>
              <a:t>Date: </a:t>
            </a:r>
            <a:r>
              <a:rPr lang="en-IN" sz="1800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03-10-2026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101584" y="3106926"/>
            <a:ext cx="3883939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 dirty="0">
                <a:solidFill>
                  <a:srgbClr val="00002E"/>
                </a:solidFill>
                <a:latin typeface="Arial"/>
                <a:ea typeface="Arial"/>
                <a:cs typeface="Arial"/>
                <a:sym typeface="Arial"/>
              </a:rPr>
              <a:t>Complaints of: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Viral Typhoid Infection and Body ache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4974200" y="4550301"/>
            <a:ext cx="224359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Medical Certificate</a:t>
            </a:r>
            <a:endParaRPr sz="14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4361812" y="5255556"/>
            <a:ext cx="328647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Whomsoever it may concern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1437348" y="5957696"/>
            <a:ext cx="9317297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to certify that </a:t>
            </a:r>
            <a:r>
              <a:rPr lang="en-IN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Mr. Jobin Cyriac</a:t>
            </a:r>
            <a:r>
              <a:rPr lang="en-IN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age </a:t>
            </a:r>
            <a:r>
              <a:rPr lang="en-IN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 year(s), </a:t>
            </a:r>
            <a:r>
              <a:rPr lang="en-IN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was diagnosed with </a:t>
            </a:r>
            <a:r>
              <a:rPr lang="en-IN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Viral Typhoid Infection and Persistent Body aches</a:t>
            </a:r>
            <a:r>
              <a:rPr lang="en-IN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He was under my treatment and hospitalised for the period </a:t>
            </a:r>
            <a:r>
              <a:rPr lang="en-IN" sz="1600" b="1" dirty="0"/>
              <a:t>01</a:t>
            </a:r>
            <a:r>
              <a:rPr lang="en-IN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-10-2026 to </a:t>
            </a:r>
            <a:r>
              <a:rPr lang="en-IN" sz="1600" b="1" dirty="0"/>
              <a:t>03</a:t>
            </a:r>
            <a:r>
              <a:rPr lang="en-IN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-10-2026 </a:t>
            </a:r>
            <a:r>
              <a:rPr lang="en-IN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his speedy recovery. Further more, he is advised complete bed rest for </a:t>
            </a:r>
            <a:r>
              <a:rPr lang="en-IN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atleast</a:t>
            </a:r>
            <a:r>
              <a:rPr lang="en-IN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week.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p2"/>
          <p:cNvCxnSpPr/>
          <p:nvPr/>
        </p:nvCxnSpPr>
        <p:spPr>
          <a:xfrm>
            <a:off x="324464" y="5763547"/>
            <a:ext cx="11543071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1" name="Google Shape;111;p2"/>
          <p:cNvSpPr txBox="1"/>
          <p:nvPr/>
        </p:nvSpPr>
        <p:spPr>
          <a:xfrm>
            <a:off x="4404129" y="5840606"/>
            <a:ext cx="338373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00002E"/>
                </a:solidFill>
                <a:latin typeface="Arial"/>
                <a:ea typeface="Arial"/>
                <a:cs typeface="Arial"/>
                <a:sym typeface="Arial"/>
              </a:rPr>
              <a:t>VALID ONLY FOR 8 DAYS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187369" y="2159940"/>
            <a:ext cx="8289498" cy="396961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8364632" y="4719485"/>
            <a:ext cx="23820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>
                <a:solidFill>
                  <a:srgbClr val="00002E"/>
                </a:solidFill>
                <a:latin typeface="Arial"/>
                <a:ea typeface="Arial"/>
                <a:cs typeface="Arial"/>
                <a:sym typeface="Arial"/>
              </a:rPr>
              <a:t>Dr. Amit Singhal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170</Words>
  <Application>Microsoft Office PowerPoint</Application>
  <PresentationFormat>Widescreen</PresentationFormat>
  <Paragraphs>21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Play</vt:lpstr>
      <vt:lpstr>Arial</vt:lpstr>
      <vt:lpstr>Office Theme</vt:lpstr>
      <vt:lpstr>Shri Vinayaka Nursing Home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Jobin</dc:creator>
  <cp:lastModifiedBy>Cyriac, Jobin</cp:lastModifiedBy>
  <cp:revision>1</cp:revision>
  <dcterms:created xsi:type="dcterms:W3CDTF">2024-09-19T16:07:43Z</dcterms:created>
  <dcterms:modified xsi:type="dcterms:W3CDTF">2026-10-09T07:25:52Z</dcterms:modified>
</cp:coreProperties>
</file>